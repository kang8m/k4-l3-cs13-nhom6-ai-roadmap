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RaViện · Lộ trình 12 tháng · Nhóm 6 · Đề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438912"/>
            <a:ext cx="11430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Chưa phát hành. Tháng 1 sửa lỗi liều insulin bằng đối chiếu thuốc với y lệnh cuối, đạt 0 lỗi nghiêm trọng trên bộ đề 45 hồ sơ; rồi thử nghiệm 3 tháng tại 1 khoa nội: bác sĩ ký 100%, dược sĩ kiểm thuốc 100%.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3703320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3 VIỆC CHÍNH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70332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1. Đối chiếu thuốc ra viện với y lệnh cuối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0 lỗi thuốc nghiêm trọng; gắn cờ mọi chênh lệch liều/giờ.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2. Soạn nháp tóm tắt ra viện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Bác sĩ từ 15–20 phút xuống ≤ 6 phút/bản.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3. Đo tỷ lệ bản phải sửa nhiều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Báo hằng tuần; cảnh báo &gt; 20%, ngưỡng dừng 30%.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645920"/>
            <a:ext cx="3703320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24528" y="1737360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CẦN GÌ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2148840"/>
            <a:ext cx="370332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Người: ~23 giờ chuyên gia chấm lại bộ đề (DS. Hải phần thuốc, BS. Phương phần lâm sàng); dược sĩ kiểm thuốc 60 giờ/tháng khi thử nghiệm.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Dữ liệu: 5 ca insulin mới; hồ sơ + y lệnh cuối dạng điện tử.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Hạ tầng &amp; tuân thủ: chạy trong hệ thống bệnh viện, ẩn danh, nhật ký; ghi rõ "nháp do AI soạn".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Tiền: hợp đồng 15 triệu/khoa/tháng trước tháng 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1645920"/>
            <a:ext cx="3703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737360"/>
            <a:ext cx="37033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RỦI RO LỚN NHẤT &amp; CÁCH XỬ LÝ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2148840"/>
            <a:ext cx="370332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Lỗi thuốc lọt đến người bệnh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Bác sĩ ký 100%; dược sĩ kiểm 100% đến khi 1.500 bản liên tiếp 0 lỗi (lỗi &lt; 0,2%, độ tin 95%). 1 lỗi lọt → dừng.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Bệnh viện ký chậm → hết tiền tháng 9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Chốt hợp đồng trả phí trước tháng 6; chỉ hạ DS xuống 10% khi qua cổng.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Căn cứ kinh tế: giá 12.500 đ/bản (15 triệu ÷ 1.200). Mức 1 – DS kiểm 100%: 11.668 đ/bản, biên 6,7% (chấp nhận khi thử nghiệm). Mức 2 – DS kiểm 10%: 4.918 đ/bản, biên 60,7%. Mức 3 (máy tự gửi): không làm.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12080"/>
            <a:ext cx="11430000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285232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KHI NÀO XEM LẠI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50992"/>
            <a:ext cx="27660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Ngày 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Cổng bộ đề 45 hồ sơ: 0 lỗi nghiêm trọng, đạt ≥ 95%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3260" y="5650992"/>
            <a:ext cx="27660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Ngày 60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Tháng 1 thử nghiệm: lỗi thuốc lọt = 0, sửa nhiều, phút/bản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5650992"/>
            <a:ext cx="27660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Calibri"/>
              </a:rPr>
              <a:t>Ngày 90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Đi tiếp / sửa / đổi hướng / dừng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8260" y="5650992"/>
            <a:ext cx="276606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Hết tháng 3 thử nghiệm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Sửa nhiều &gt; 30% hoặc 1 lỗi thuốc lọt → dừng, không mở khoa khác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